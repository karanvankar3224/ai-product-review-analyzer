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Product Review Trust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Year AI Project</a:t>
            </a:r>
          </a:p>
          <a:p>
            <a:r>
              <a:t>AI system that analyzes product reviews and calculates product trustworthiness.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must read hundreds of reviews before buying products.</a:t>
            </a:r>
          </a:p>
          <a:p>
            <a:r>
              <a:t>Hard to understand overall sentiment quickly.</a:t>
            </a:r>
          </a:p>
          <a:p>
            <a:r>
              <a:t>Fake reviews reduce product reliability.</a:t>
            </a:r>
          </a:p>
          <a:p>
            <a:r>
              <a:t>Need an automated AI system to analyze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product reviews using AI</a:t>
            </a:r>
          </a:p>
          <a:p>
            <a:r>
              <a:t>• Calculate positive and negative sentiment</a:t>
            </a:r>
          </a:p>
          <a:p>
            <a:r>
              <a:t>• Detect suspicious / fake reviews</a:t>
            </a:r>
          </a:p>
          <a:p>
            <a:r>
              <a:t>• Generate product trust score</a:t>
            </a:r>
          </a:p>
          <a:p>
            <a:r>
              <a:t>• Provide buy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Frontend (HTML/CSS/JS) → Flask Backend → MongoDB → AI Models → Trust Score →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searches product</a:t>
            </a:r>
          </a:p>
          <a:p>
            <a:r>
              <a:t>2. Backend receives request</a:t>
            </a:r>
          </a:p>
          <a:p>
            <a:r>
              <a:t>3. MongoDB retrieves reviews</a:t>
            </a:r>
          </a:p>
          <a:p>
            <a:r>
              <a:t>4. AI performs sentiment analysis</a:t>
            </a:r>
          </a:p>
          <a:p>
            <a:r>
              <a:t>5. Fake review detection runs</a:t>
            </a:r>
          </a:p>
          <a:p>
            <a:r>
              <a:t>6. Trust score calculated</a:t>
            </a:r>
          </a:p>
          <a:p>
            <a:r>
              <a:t>7. Results displayed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r>
              <a:t>Backend: Python Flask</a:t>
            </a:r>
          </a:p>
          <a:p>
            <a:r>
              <a:t>Database: MongoDB</a:t>
            </a:r>
          </a:p>
          <a:p>
            <a:r>
              <a:t>AI/NLP: HuggingFace Transformers</a:t>
            </a:r>
          </a:p>
          <a:p>
            <a:r>
              <a:t>Visualization: Chart.js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MongoDB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Database: review_analyzer</a:t>
            </a:r>
          </a:p>
          <a:p>
            <a:r>
              <a:t>Collections:</a:t>
            </a:r>
          </a:p>
          <a:p>
            <a:r>
              <a:t>• reviews – product review data</a:t>
            </a:r>
          </a:p>
          <a:p>
            <a:r>
              <a:t>• search_logs – user search analytics</a:t>
            </a:r>
          </a:p>
          <a:p>
            <a:r>
              <a:t>• user_sessions – request/session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Sentiment Analysis Model</a:t>
            </a:r>
          </a:p>
          <a:p>
            <a:r>
              <a:t>Classifies reviews as Positive or Negative.</a:t>
            </a:r>
          </a:p>
          <a:p/>
          <a:p>
            <a:r>
              <a:t>Fake Review Detection</a:t>
            </a:r>
          </a:p>
          <a:p>
            <a:r>
              <a:t>Identifies suspicious reviews using NLP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Score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 Score = Positive Review % – Fake Review Penalty</a:t>
            </a:r>
          </a:p>
          <a:p/>
          <a:p>
            <a:r>
              <a:t>Example:</a:t>
            </a:r>
          </a:p>
          <a:p>
            <a:r>
              <a:t>Positive: 75%</a:t>
            </a:r>
          </a:p>
          <a:p>
            <a:r>
              <a:t>Fake: 10%</a:t>
            </a:r>
          </a:p>
          <a:p>
            <a:r>
              <a:t>Trust Score: 70%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 &gt; 70% → Highly Recommended</a:t>
            </a:r>
          </a:p>
          <a:p>
            <a:r>
              <a:t>50–70% → Recommended</a:t>
            </a:r>
          </a:p>
          <a:p>
            <a:r>
              <a:t>35–50% → Mixed Reviews</a:t>
            </a:r>
          </a:p>
          <a:p>
            <a:r>
              <a:t>&lt;35% → Not Recommended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Temporary 1-minute user session</a:t>
            </a:r>
          </a:p>
          <a:p>
            <a:r>
              <a:t>• Request rate limiting</a:t>
            </a:r>
          </a:p>
          <a:p>
            <a:r>
              <a:t>• Track user searches</a:t>
            </a:r>
          </a:p>
          <a:p>
            <a:r>
              <a:t>• Prevent spam or bot activity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Feature: AI Product Similarity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search: Samsung S24</a:t>
            </a:r>
          </a:p>
          <a:p>
            <a:r>
              <a:t>System detects:</a:t>
            </a:r>
          </a:p>
          <a:p>
            <a:r>
              <a:t>• Samsung Galaxy S24</a:t>
            </a:r>
          </a:p>
          <a:p>
            <a:r>
              <a:t>• Galaxy S24 Ultra</a:t>
            </a:r>
          </a:p>
          <a:p>
            <a:r>
              <a:t>• Samsung S24 Plus</a:t>
            </a:r>
          </a:p>
          <a:p>
            <a:r>
              <a:t>Improves search accuracy.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Product search bar</a:t>
            </a:r>
          </a:p>
          <a:p>
            <a:r>
              <a:t>• Trust score display</a:t>
            </a:r>
          </a:p>
          <a:p>
            <a:r>
              <a:t>• Positive/Negative percentage</a:t>
            </a:r>
          </a:p>
          <a:p>
            <a:r>
              <a:t>• Buy recommendation</a:t>
            </a:r>
          </a:p>
          <a:p>
            <a:r>
              <a:t>• Interactive charts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automated review analysis</a:t>
            </a:r>
          </a:p>
          <a:p>
            <a:r>
              <a:t>• Helps users make better buying decisions</a:t>
            </a:r>
          </a:p>
          <a:p>
            <a:r>
              <a:t>• Handles large datasets</a:t>
            </a:r>
          </a:p>
          <a:p>
            <a:r>
              <a:t>• Scalable system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Neutral sentiment detection</a:t>
            </a:r>
          </a:p>
          <a:p>
            <a:r>
              <a:t>• Improved fake review detection</a:t>
            </a:r>
          </a:p>
          <a:p>
            <a:r>
              <a:t>• Real-time review scraping</a:t>
            </a:r>
          </a:p>
          <a:p>
            <a:r>
              <a:t>• Cloud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